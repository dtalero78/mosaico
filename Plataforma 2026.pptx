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216FC1-119A-45B1-9FDA-41FFC6CC2F4E}" type="doc">
      <dgm:prSet loTypeId="urn:microsoft.com/office/officeart/2024/layout/NumberedTitleCardList#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s-CO"/>
        </a:p>
      </dgm:t>
    </dgm:pt>
    <dgm:pt modelId="{9EA49832-F272-4C77-99D5-B9CA3E3305DB}">
      <dgm:prSet phldrT="[Texto]" phldr="0"/>
      <dgm:spPr/>
      <dgm:t>
        <a:bodyPr/>
        <a:lstStyle/>
        <a:p>
          <a:r>
            <a:rPr lang="es-CO" dirty="0">
              <a:latin typeface="Aptos" panose="020B0004020202020204" pitchFamily="34" charset="0"/>
            </a:rPr>
            <a:t>LGS-Nivel(</a:t>
          </a:r>
          <a:r>
            <a:rPr lang="es-CO" dirty="0" err="1">
              <a:latin typeface="Aptos" panose="020B0004020202020204" pitchFamily="34" charset="0"/>
            </a:rPr>
            <a:t>nombreNivel</a:t>
          </a:r>
          <a:r>
            <a:rPr lang="es-CO" dirty="0">
              <a:latin typeface="Aptos" panose="020B0004020202020204" pitchFamily="34" charset="0"/>
            </a:rPr>
            <a:t>)</a:t>
          </a:r>
          <a:br>
            <a:rPr lang="es-CO" dirty="0">
              <a:latin typeface="Aptos" panose="020B0004020202020204" pitchFamily="34" charset="0"/>
            </a:rPr>
          </a:br>
          <a:r>
            <a:rPr lang="es-CO" dirty="0">
              <a:latin typeface="Aptos" panose="020B0004020202020204" pitchFamily="34" charset="0"/>
            </a:rPr>
            <a:t>MOSAICO-Curso(curso)</a:t>
          </a:r>
        </a:p>
      </dgm:t>
    </dgm:pt>
    <dgm:pt modelId="{A403DBE5-A148-47E7-B291-CF231B1F9057}" type="parTrans" cxnId="{FF7AC1E8-1DCC-4E13-A9EE-7FA660CC2692}">
      <dgm:prSet/>
      <dgm:spPr/>
      <dgm:t>
        <a:bodyPr/>
        <a:lstStyle/>
        <a:p>
          <a:endParaRPr lang="es-CO">
            <a:latin typeface="Aptos" panose="020B0004020202020204" pitchFamily="34" charset="0"/>
          </a:endParaRPr>
        </a:p>
      </dgm:t>
    </dgm:pt>
    <dgm:pt modelId="{B91054E0-A0E1-4AC0-B184-4ACCCA2D4CA7}" type="sibTrans" cxnId="{FF7AC1E8-1DCC-4E13-A9EE-7FA660CC2692}">
      <dgm:prSet phldrT="01" phldr="0"/>
      <dgm:spPr/>
      <dgm:t>
        <a:bodyPr/>
        <a:lstStyle/>
        <a:p>
          <a:r>
            <a:rPr>
              <a:latin typeface="Aptos" panose="020B0004020202020204" pitchFamily="34" charset="0"/>
            </a:rPr>
            <a:t>01</a:t>
          </a:r>
          <a:endParaRPr dirty="0">
            <a:latin typeface="Aptos" panose="020B0004020202020204" pitchFamily="34" charset="0"/>
          </a:endParaRPr>
        </a:p>
      </dgm:t>
    </dgm:pt>
    <dgm:pt modelId="{BEF36DE3-3CF7-4136-BF2B-6A6587D6F7EB}">
      <dgm:prSet phldrT="[Texto]" phldr="0"/>
      <dgm:spPr/>
      <dgm:t>
        <a:bodyPr/>
        <a:lstStyle/>
        <a:p>
          <a:r>
            <a:rPr lang="es-CO" dirty="0">
              <a:latin typeface="Aptos" panose="020B0004020202020204" pitchFamily="34" charset="0"/>
            </a:rPr>
            <a:t>LGS-Subnivel(</a:t>
          </a:r>
          <a:r>
            <a:rPr lang="es-CO" dirty="0" err="1">
              <a:latin typeface="Aptos" panose="020B0004020202020204" pitchFamily="34" charset="0"/>
            </a:rPr>
            <a:t>code</a:t>
          </a:r>
          <a:r>
            <a:rPr lang="es-CO" dirty="0">
              <a:latin typeface="Aptos" panose="020B0004020202020204" pitchFamily="34" charset="0"/>
            </a:rPr>
            <a:t>)</a:t>
          </a:r>
          <a:br>
            <a:rPr lang="es-CO" dirty="0">
              <a:latin typeface="Aptos" panose="020B0004020202020204" pitchFamily="34" charset="0"/>
            </a:rPr>
          </a:br>
          <a:r>
            <a:rPr lang="es-CO" dirty="0">
              <a:latin typeface="Aptos" panose="020B0004020202020204" pitchFamily="34" charset="0"/>
            </a:rPr>
            <a:t>MOSAICO-</a:t>
          </a:r>
          <a:r>
            <a:rPr lang="es-CO" dirty="0" err="1">
              <a:latin typeface="Aptos" panose="020B0004020202020204" pitchFamily="34" charset="0"/>
            </a:rPr>
            <a:t>Salon</a:t>
          </a:r>
          <a:r>
            <a:rPr lang="es-CO" dirty="0">
              <a:latin typeface="Aptos" panose="020B0004020202020204" pitchFamily="34" charset="0"/>
            </a:rPr>
            <a:t>(salón)</a:t>
          </a:r>
        </a:p>
      </dgm:t>
    </dgm:pt>
    <dgm:pt modelId="{DC8F604F-EFC0-43FF-909A-07D764299FFD}" type="parTrans" cxnId="{C7F8EAD3-DFE4-4575-9FF9-AB208DECC513}">
      <dgm:prSet/>
      <dgm:spPr/>
      <dgm:t>
        <a:bodyPr/>
        <a:lstStyle/>
        <a:p>
          <a:endParaRPr lang="es-CO">
            <a:latin typeface="Aptos" panose="020B0004020202020204" pitchFamily="34" charset="0"/>
          </a:endParaRPr>
        </a:p>
      </dgm:t>
    </dgm:pt>
    <dgm:pt modelId="{6A8730B1-E2B3-4C22-9760-4DB3D2D572C4}" type="sibTrans" cxnId="{C7F8EAD3-DFE4-4575-9FF9-AB208DECC513}">
      <dgm:prSet phldrT="02" phldr="0"/>
      <dgm:spPr/>
      <dgm:t>
        <a:bodyPr/>
        <a:lstStyle/>
        <a:p>
          <a:r>
            <a:rPr>
              <a:latin typeface="Aptos" panose="020B0004020202020204" pitchFamily="34" charset="0"/>
            </a:rPr>
            <a:t>02</a:t>
          </a:r>
        </a:p>
      </dgm:t>
    </dgm:pt>
    <dgm:pt modelId="{1887EAE9-90D8-44BF-80A7-72E3E64D3A5E}">
      <dgm:prSet phldrT="[Texto]" phldr="0"/>
      <dgm:spPr/>
      <dgm:t>
        <a:bodyPr/>
        <a:lstStyle/>
        <a:p>
          <a:r>
            <a:rPr lang="es-CO" dirty="0">
              <a:latin typeface="Aptos" panose="020B0004020202020204" pitchFamily="34" charset="0"/>
            </a:rPr>
            <a:t>LGS-Step(step)</a:t>
          </a:r>
          <a:br>
            <a:rPr lang="es-CO" dirty="0">
              <a:latin typeface="Aptos" panose="020B0004020202020204" pitchFamily="34" charset="0"/>
            </a:rPr>
          </a:br>
          <a:r>
            <a:rPr lang="es-CO" dirty="0">
              <a:latin typeface="Aptos" panose="020B0004020202020204" pitchFamily="34" charset="0"/>
            </a:rPr>
            <a:t>MOSAICO-Modulo(modulo)</a:t>
          </a:r>
        </a:p>
      </dgm:t>
    </dgm:pt>
    <dgm:pt modelId="{01B202B2-8E3A-465A-A74E-17D92CE99529}" type="parTrans" cxnId="{9A087582-9FC1-450F-9162-86C4DDE1B5DE}">
      <dgm:prSet/>
      <dgm:spPr/>
      <dgm:t>
        <a:bodyPr/>
        <a:lstStyle/>
        <a:p>
          <a:endParaRPr lang="es-CO">
            <a:latin typeface="Aptos" panose="020B0004020202020204" pitchFamily="34" charset="0"/>
          </a:endParaRPr>
        </a:p>
      </dgm:t>
    </dgm:pt>
    <dgm:pt modelId="{2F5DC570-2ACC-43EA-B77C-1C2E39CAB568}" type="sibTrans" cxnId="{9A087582-9FC1-450F-9162-86C4DDE1B5DE}">
      <dgm:prSet phldrT="03" phldr="0"/>
      <dgm:spPr/>
      <dgm:t>
        <a:bodyPr/>
        <a:lstStyle/>
        <a:p>
          <a:r>
            <a:rPr>
              <a:latin typeface="Aptos" panose="020B0004020202020204" pitchFamily="34" charset="0"/>
            </a:rPr>
            <a:t>03</a:t>
          </a:r>
        </a:p>
      </dgm:t>
    </dgm:pt>
    <dgm:pt modelId="{D487E7A6-E738-4475-8532-9CC2CF44CD87}">
      <dgm:prSet phldrT="[Texto]" phldr="0"/>
      <dgm:spPr/>
      <dgm:t>
        <a:bodyPr/>
        <a:lstStyle/>
        <a:p>
          <a:br>
            <a:rPr lang="es-CO" dirty="0">
              <a:latin typeface="Aptos" panose="020B0004020202020204" pitchFamily="34" charset="0"/>
            </a:rPr>
          </a:br>
          <a:r>
            <a:rPr lang="es-CO" dirty="0">
              <a:latin typeface="Aptos" panose="020B0004020202020204" pitchFamily="34" charset="0"/>
            </a:rPr>
            <a:t>MOSAICO-</a:t>
          </a:r>
          <a:r>
            <a:rPr lang="es-CO" dirty="0" err="1">
              <a:latin typeface="Aptos" panose="020B0004020202020204" pitchFamily="34" charset="0"/>
            </a:rPr>
            <a:t>Leccion</a:t>
          </a:r>
          <a:r>
            <a:rPr lang="es-CO" dirty="0">
              <a:latin typeface="Aptos" panose="020B0004020202020204" pitchFamily="34" charset="0"/>
            </a:rPr>
            <a:t>(lección)</a:t>
          </a:r>
        </a:p>
      </dgm:t>
    </dgm:pt>
    <dgm:pt modelId="{E8E3F99F-9F4F-4318-8C8E-0286D91EF492}" type="parTrans" cxnId="{0526FA86-8D63-4107-A73E-3F5E569C76EA}">
      <dgm:prSet/>
      <dgm:spPr/>
      <dgm:t>
        <a:bodyPr/>
        <a:lstStyle/>
        <a:p>
          <a:endParaRPr lang="es-CO"/>
        </a:p>
      </dgm:t>
    </dgm:pt>
    <dgm:pt modelId="{2EE501BC-85C1-452F-B996-66B30C073721}" type="sibTrans" cxnId="{0526FA86-8D63-4107-A73E-3F5E569C76EA}">
      <dgm:prSet phldrT="04" phldr="0"/>
      <dgm:spPr/>
      <dgm:t>
        <a:bodyPr/>
        <a:lstStyle/>
        <a:p>
          <a:r>
            <a:rPr lang="es-CO"/>
            <a:t>04</a:t>
          </a:r>
        </a:p>
      </dgm:t>
    </dgm:pt>
    <dgm:pt modelId="{3763F17C-6C56-4391-9EF5-A7AC351D7533}" type="pres">
      <dgm:prSet presAssocID="{0B216FC1-119A-45B1-9FDA-41FFC6CC2F4E}" presName="Name0" presStyleCnt="0">
        <dgm:presLayoutVars>
          <dgm:dir/>
          <dgm:animLvl val="lvl"/>
          <dgm:resizeHandles val="exact"/>
        </dgm:presLayoutVars>
      </dgm:prSet>
      <dgm:spPr/>
    </dgm:pt>
    <dgm:pt modelId="{A460EAFB-1844-4A6D-BB89-4E3A42C33A99}" type="pres">
      <dgm:prSet presAssocID="{9EA49832-F272-4C77-99D5-B9CA3E3305DB}" presName="compositeNode" presStyleCnt="0">
        <dgm:presLayoutVars>
          <dgm:bulletEnabled val="1"/>
        </dgm:presLayoutVars>
      </dgm:prSet>
      <dgm:spPr/>
    </dgm:pt>
    <dgm:pt modelId="{B5DF108D-9967-4615-96E9-19C4470B2F7A}" type="pres">
      <dgm:prSet presAssocID="{9EA49832-F272-4C77-99D5-B9CA3E3305DB}" presName="bgRect" presStyleLbl="fgAcc1" presStyleIdx="0" presStyleCnt="4"/>
      <dgm:spPr/>
    </dgm:pt>
    <dgm:pt modelId="{044B6F51-C43A-4E9A-9ABA-AEBF2FB52DB0}" type="pres">
      <dgm:prSet presAssocID="{B91054E0-A0E1-4AC0-B184-4ACCCA2D4CA7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B2F91440-00FD-4A7E-9EBE-E654788B614A}" type="pres">
      <dgm:prSet presAssocID="{9EA49832-F272-4C77-99D5-B9CA3E3305DB}" presName="nodeRect" presStyleLbl="parChTrans1D1" presStyleIdx="0" presStyleCnt="0">
        <dgm:presLayoutVars>
          <dgm:bulletEnabled val="1"/>
        </dgm:presLayoutVars>
      </dgm:prSet>
      <dgm:spPr/>
    </dgm:pt>
    <dgm:pt modelId="{1ED3C074-FD62-4F82-B72F-1A10A320C5BE}" type="pres">
      <dgm:prSet presAssocID="{B91054E0-A0E1-4AC0-B184-4ACCCA2D4CA7}" presName="sibTrans" presStyleCnt="0"/>
      <dgm:spPr/>
    </dgm:pt>
    <dgm:pt modelId="{7FFAFD85-9192-424E-A56A-87FD9631FE2F}" type="pres">
      <dgm:prSet presAssocID="{BEF36DE3-3CF7-4136-BF2B-6A6587D6F7EB}" presName="compositeNode" presStyleCnt="0">
        <dgm:presLayoutVars>
          <dgm:bulletEnabled val="1"/>
        </dgm:presLayoutVars>
      </dgm:prSet>
      <dgm:spPr/>
    </dgm:pt>
    <dgm:pt modelId="{502115CB-0C6D-49D8-B30E-95CF9E985E43}" type="pres">
      <dgm:prSet presAssocID="{BEF36DE3-3CF7-4136-BF2B-6A6587D6F7EB}" presName="bgRect" presStyleLbl="fgAcc1" presStyleIdx="1" presStyleCnt="4"/>
      <dgm:spPr/>
    </dgm:pt>
    <dgm:pt modelId="{3CDA4A3E-8406-4BCC-9C3B-D3545DFE0A9D}" type="pres">
      <dgm:prSet presAssocID="{6A8730B1-E2B3-4C22-9760-4DB3D2D572C4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AC631F7C-0119-435F-8791-6C35C3AAA75A}" type="pres">
      <dgm:prSet presAssocID="{BEF36DE3-3CF7-4136-BF2B-6A6587D6F7EB}" presName="nodeRect" presStyleLbl="parChTrans1D1" presStyleIdx="0" presStyleCnt="0">
        <dgm:presLayoutVars>
          <dgm:bulletEnabled val="1"/>
        </dgm:presLayoutVars>
      </dgm:prSet>
      <dgm:spPr/>
    </dgm:pt>
    <dgm:pt modelId="{2F366F93-A320-4C0A-BBFC-F8F3E6C85A05}" type="pres">
      <dgm:prSet presAssocID="{6A8730B1-E2B3-4C22-9760-4DB3D2D572C4}" presName="sibTrans" presStyleCnt="0"/>
      <dgm:spPr/>
    </dgm:pt>
    <dgm:pt modelId="{48CE7007-9164-4FA6-B00C-FC2B9E322C8A}" type="pres">
      <dgm:prSet presAssocID="{1887EAE9-90D8-44BF-80A7-72E3E64D3A5E}" presName="compositeNode" presStyleCnt="0">
        <dgm:presLayoutVars>
          <dgm:bulletEnabled val="1"/>
        </dgm:presLayoutVars>
      </dgm:prSet>
      <dgm:spPr/>
    </dgm:pt>
    <dgm:pt modelId="{81F7A5A7-5B66-4334-A95F-ACAA9FD30003}" type="pres">
      <dgm:prSet presAssocID="{1887EAE9-90D8-44BF-80A7-72E3E64D3A5E}" presName="bgRect" presStyleLbl="fgAcc1" presStyleIdx="2" presStyleCnt="4"/>
      <dgm:spPr/>
    </dgm:pt>
    <dgm:pt modelId="{FBBBE1C3-48C8-4360-8CFC-1A61347D1637}" type="pres">
      <dgm:prSet presAssocID="{2F5DC570-2ACC-43EA-B77C-1C2E39CAB568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26BD3896-61CC-4F8A-9AB0-8E7683E74946}" type="pres">
      <dgm:prSet presAssocID="{1887EAE9-90D8-44BF-80A7-72E3E64D3A5E}" presName="nodeRect" presStyleLbl="parChTrans1D1" presStyleIdx="0" presStyleCnt="0">
        <dgm:presLayoutVars>
          <dgm:bulletEnabled val="1"/>
        </dgm:presLayoutVars>
      </dgm:prSet>
      <dgm:spPr/>
    </dgm:pt>
    <dgm:pt modelId="{3A4F1D49-0F0D-443E-B889-F964B919B172}" type="pres">
      <dgm:prSet presAssocID="{2F5DC570-2ACC-43EA-B77C-1C2E39CAB568}" presName="sibTrans" presStyleCnt="0"/>
      <dgm:spPr/>
    </dgm:pt>
    <dgm:pt modelId="{836CFBF8-0CA0-4E21-9760-B55CD443EABD}" type="pres">
      <dgm:prSet presAssocID="{D487E7A6-E738-4475-8532-9CC2CF44CD87}" presName="compositeNode" presStyleCnt="0">
        <dgm:presLayoutVars>
          <dgm:bulletEnabled val="1"/>
        </dgm:presLayoutVars>
      </dgm:prSet>
      <dgm:spPr/>
    </dgm:pt>
    <dgm:pt modelId="{6714EB89-C27E-4B81-9C02-2217F6D48F1B}" type="pres">
      <dgm:prSet presAssocID="{D487E7A6-E738-4475-8532-9CC2CF44CD87}" presName="bgRect" presStyleLbl="fgAcc1" presStyleIdx="3" presStyleCnt="4"/>
      <dgm:spPr/>
    </dgm:pt>
    <dgm:pt modelId="{440F1171-01B2-4C01-892F-E02A105FE1DF}" type="pres">
      <dgm:prSet presAssocID="{2EE501BC-85C1-452F-B996-66B30C073721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A4F88B10-E1DB-4B36-BB44-CB9AB22A6478}" type="pres">
      <dgm:prSet presAssocID="{D487E7A6-E738-4475-8532-9CC2CF44CD87}" presName="nodeRect" presStyleLbl="parChTrans1D1" presStyleIdx="0" presStyleCnt="0">
        <dgm:presLayoutVars>
          <dgm:bulletEnabled val="1"/>
        </dgm:presLayoutVars>
      </dgm:prSet>
      <dgm:spPr/>
    </dgm:pt>
  </dgm:ptLst>
  <dgm:cxnLst>
    <dgm:cxn modelId="{1291BC1D-2FDE-4084-8133-5F5CCD490AC1}" type="presOf" srcId="{0B216FC1-119A-45B1-9FDA-41FFC6CC2F4E}" destId="{3763F17C-6C56-4391-9EF5-A7AC351D7533}" srcOrd="0" destOrd="0" presId="urn:microsoft.com/office/officeart/2024/layout/NumberedTitleCardList#1"/>
    <dgm:cxn modelId="{BE3E731F-3EE3-4B43-A9B2-152EEBA2737C}" type="presOf" srcId="{1887EAE9-90D8-44BF-80A7-72E3E64D3A5E}" destId="{81F7A5A7-5B66-4334-A95F-ACAA9FD30003}" srcOrd="0" destOrd="0" presId="urn:microsoft.com/office/officeart/2024/layout/NumberedTitleCardList#1"/>
    <dgm:cxn modelId="{2E1B7F2C-4735-4C19-B22B-D108EA19D298}" type="presOf" srcId="{BEF36DE3-3CF7-4136-BF2B-6A6587D6F7EB}" destId="{502115CB-0C6D-49D8-B30E-95CF9E985E43}" srcOrd="0" destOrd="0" presId="urn:microsoft.com/office/officeart/2024/layout/NumberedTitleCardList#1"/>
    <dgm:cxn modelId="{074A1633-3857-4650-98BA-73E01B91E3CB}" type="presOf" srcId="{BEF36DE3-3CF7-4136-BF2B-6A6587D6F7EB}" destId="{AC631F7C-0119-435F-8791-6C35C3AAA75A}" srcOrd="1" destOrd="0" presId="urn:microsoft.com/office/officeart/2024/layout/NumberedTitleCardList#1"/>
    <dgm:cxn modelId="{E2D5AD3C-FC7E-4D03-BB8A-4B9617207D59}" type="presOf" srcId="{D487E7A6-E738-4475-8532-9CC2CF44CD87}" destId="{6714EB89-C27E-4B81-9C02-2217F6D48F1B}" srcOrd="0" destOrd="0" presId="urn:microsoft.com/office/officeart/2024/layout/NumberedTitleCardList#1"/>
    <dgm:cxn modelId="{C5167D43-C73D-4DC4-809D-C6D05F5FCFD8}" type="presOf" srcId="{B91054E0-A0E1-4AC0-B184-4ACCCA2D4CA7}" destId="{044B6F51-C43A-4E9A-9ABA-AEBF2FB52DB0}" srcOrd="0" destOrd="0" presId="urn:microsoft.com/office/officeart/2024/layout/NumberedTitleCardList#1"/>
    <dgm:cxn modelId="{B3FEA380-9FB9-4701-B0A9-8D64E532ADE1}" type="presOf" srcId="{1887EAE9-90D8-44BF-80A7-72E3E64D3A5E}" destId="{26BD3896-61CC-4F8A-9AB0-8E7683E74946}" srcOrd="1" destOrd="0" presId="urn:microsoft.com/office/officeart/2024/layout/NumberedTitleCardList#1"/>
    <dgm:cxn modelId="{9A087582-9FC1-450F-9162-86C4DDE1B5DE}" srcId="{0B216FC1-119A-45B1-9FDA-41FFC6CC2F4E}" destId="{1887EAE9-90D8-44BF-80A7-72E3E64D3A5E}" srcOrd="2" destOrd="0" parTransId="{01B202B2-8E3A-465A-A74E-17D92CE99529}" sibTransId="{2F5DC570-2ACC-43EA-B77C-1C2E39CAB568}"/>
    <dgm:cxn modelId="{0526FA86-8D63-4107-A73E-3F5E569C76EA}" srcId="{0B216FC1-119A-45B1-9FDA-41FFC6CC2F4E}" destId="{D487E7A6-E738-4475-8532-9CC2CF44CD87}" srcOrd="3" destOrd="0" parTransId="{E8E3F99F-9F4F-4318-8C8E-0286D91EF492}" sibTransId="{2EE501BC-85C1-452F-B996-66B30C073721}"/>
    <dgm:cxn modelId="{6AF2168B-53F6-4FB9-A7A8-1A198F3FCB88}" type="presOf" srcId="{9EA49832-F272-4C77-99D5-B9CA3E3305DB}" destId="{B2F91440-00FD-4A7E-9EBE-E654788B614A}" srcOrd="1" destOrd="0" presId="urn:microsoft.com/office/officeart/2024/layout/NumberedTitleCardList#1"/>
    <dgm:cxn modelId="{C2904E8D-0236-4973-9EDE-BFBF10C7B007}" type="presOf" srcId="{9EA49832-F272-4C77-99D5-B9CA3E3305DB}" destId="{B5DF108D-9967-4615-96E9-19C4470B2F7A}" srcOrd="0" destOrd="0" presId="urn:microsoft.com/office/officeart/2024/layout/NumberedTitleCardList#1"/>
    <dgm:cxn modelId="{C7F8EAD3-DFE4-4575-9FF9-AB208DECC513}" srcId="{0B216FC1-119A-45B1-9FDA-41FFC6CC2F4E}" destId="{BEF36DE3-3CF7-4136-BF2B-6A6587D6F7EB}" srcOrd="1" destOrd="0" parTransId="{DC8F604F-EFC0-43FF-909A-07D764299FFD}" sibTransId="{6A8730B1-E2B3-4C22-9760-4DB3D2D572C4}"/>
    <dgm:cxn modelId="{BF1AF5D8-9A8B-4D0D-8638-9FA272E00CC9}" type="presOf" srcId="{D487E7A6-E738-4475-8532-9CC2CF44CD87}" destId="{A4F88B10-E1DB-4B36-BB44-CB9AB22A6478}" srcOrd="1" destOrd="0" presId="urn:microsoft.com/office/officeart/2024/layout/NumberedTitleCardList#1"/>
    <dgm:cxn modelId="{FF7AC1E8-1DCC-4E13-A9EE-7FA660CC2692}" srcId="{0B216FC1-119A-45B1-9FDA-41FFC6CC2F4E}" destId="{9EA49832-F272-4C77-99D5-B9CA3E3305DB}" srcOrd="0" destOrd="0" parTransId="{A403DBE5-A148-47E7-B291-CF231B1F9057}" sibTransId="{B91054E0-A0E1-4AC0-B184-4ACCCA2D4CA7}"/>
    <dgm:cxn modelId="{6ED207E9-625F-4C25-9BF2-3AF25C846259}" type="presOf" srcId="{6A8730B1-E2B3-4C22-9760-4DB3D2D572C4}" destId="{3CDA4A3E-8406-4BCC-9C3B-D3545DFE0A9D}" srcOrd="0" destOrd="0" presId="urn:microsoft.com/office/officeart/2024/layout/NumberedTitleCardList#1"/>
    <dgm:cxn modelId="{66DB92EF-E7D7-42D9-AF9D-11AC82BE4C3A}" type="presOf" srcId="{2F5DC570-2ACC-43EA-B77C-1C2E39CAB568}" destId="{FBBBE1C3-48C8-4360-8CFC-1A61347D1637}" srcOrd="0" destOrd="0" presId="urn:microsoft.com/office/officeart/2024/layout/NumberedTitleCardList#1"/>
    <dgm:cxn modelId="{2384D0FC-E87F-4BB6-9924-4E933582A13D}" type="presOf" srcId="{2EE501BC-85C1-452F-B996-66B30C073721}" destId="{440F1171-01B2-4C01-892F-E02A105FE1DF}" srcOrd="0" destOrd="0" presId="urn:microsoft.com/office/officeart/2024/layout/NumberedTitleCardList#1"/>
    <dgm:cxn modelId="{06BAE22E-4C65-4478-9111-3DB178D287B1}" type="presParOf" srcId="{3763F17C-6C56-4391-9EF5-A7AC351D7533}" destId="{A460EAFB-1844-4A6D-BB89-4E3A42C33A99}" srcOrd="0" destOrd="0" presId="urn:microsoft.com/office/officeart/2024/layout/NumberedTitleCardList#1"/>
    <dgm:cxn modelId="{AE88FFB4-8AA4-46C4-BDC3-29704375DA7C}" type="presParOf" srcId="{A460EAFB-1844-4A6D-BB89-4E3A42C33A99}" destId="{B5DF108D-9967-4615-96E9-19C4470B2F7A}" srcOrd="0" destOrd="0" presId="urn:microsoft.com/office/officeart/2024/layout/NumberedTitleCardList#1"/>
    <dgm:cxn modelId="{AFEB32F7-69C8-4C7D-8FF0-3A146E21713E}" type="presParOf" srcId="{A460EAFB-1844-4A6D-BB89-4E3A42C33A99}" destId="{044B6F51-C43A-4E9A-9ABA-AEBF2FB52DB0}" srcOrd="1" destOrd="0" presId="urn:microsoft.com/office/officeart/2024/layout/NumberedTitleCardList#1"/>
    <dgm:cxn modelId="{939EAE5E-3BFF-491B-ABDE-176BD23A1F71}" type="presParOf" srcId="{A460EAFB-1844-4A6D-BB89-4E3A42C33A99}" destId="{B2F91440-00FD-4A7E-9EBE-E654788B614A}" srcOrd="2" destOrd="0" presId="urn:microsoft.com/office/officeart/2024/layout/NumberedTitleCardList#1"/>
    <dgm:cxn modelId="{22FE8F83-3B60-4440-9A3A-68DC2607065F}" type="presParOf" srcId="{3763F17C-6C56-4391-9EF5-A7AC351D7533}" destId="{1ED3C074-FD62-4F82-B72F-1A10A320C5BE}" srcOrd="1" destOrd="0" presId="urn:microsoft.com/office/officeart/2024/layout/NumberedTitleCardList#1"/>
    <dgm:cxn modelId="{DC1802C1-3277-482C-AC9F-1C8788D91F72}" type="presParOf" srcId="{3763F17C-6C56-4391-9EF5-A7AC351D7533}" destId="{7FFAFD85-9192-424E-A56A-87FD9631FE2F}" srcOrd="2" destOrd="0" presId="urn:microsoft.com/office/officeart/2024/layout/NumberedTitleCardList#1"/>
    <dgm:cxn modelId="{E5E7D873-DBE7-4FBE-A741-714C085D24C9}" type="presParOf" srcId="{7FFAFD85-9192-424E-A56A-87FD9631FE2F}" destId="{502115CB-0C6D-49D8-B30E-95CF9E985E43}" srcOrd="0" destOrd="0" presId="urn:microsoft.com/office/officeart/2024/layout/NumberedTitleCardList#1"/>
    <dgm:cxn modelId="{D71E13F3-F703-4ED1-91BB-6A5EBEC61710}" type="presParOf" srcId="{7FFAFD85-9192-424E-A56A-87FD9631FE2F}" destId="{3CDA4A3E-8406-4BCC-9C3B-D3545DFE0A9D}" srcOrd="1" destOrd="0" presId="urn:microsoft.com/office/officeart/2024/layout/NumberedTitleCardList#1"/>
    <dgm:cxn modelId="{F43C9D23-F47E-4A32-82A4-A261ADC62D9C}" type="presParOf" srcId="{7FFAFD85-9192-424E-A56A-87FD9631FE2F}" destId="{AC631F7C-0119-435F-8791-6C35C3AAA75A}" srcOrd="2" destOrd="0" presId="urn:microsoft.com/office/officeart/2024/layout/NumberedTitleCardList#1"/>
    <dgm:cxn modelId="{25DEE4F2-8CEE-41BF-B6C8-4171535EBBE9}" type="presParOf" srcId="{3763F17C-6C56-4391-9EF5-A7AC351D7533}" destId="{2F366F93-A320-4C0A-BBFC-F8F3E6C85A05}" srcOrd="3" destOrd="0" presId="urn:microsoft.com/office/officeart/2024/layout/NumberedTitleCardList#1"/>
    <dgm:cxn modelId="{A79155E0-AA81-4DE1-8DA5-899CE8459464}" type="presParOf" srcId="{3763F17C-6C56-4391-9EF5-A7AC351D7533}" destId="{48CE7007-9164-4FA6-B00C-FC2B9E322C8A}" srcOrd="4" destOrd="0" presId="urn:microsoft.com/office/officeart/2024/layout/NumberedTitleCardList#1"/>
    <dgm:cxn modelId="{079B5B25-282A-49D4-B715-4526B56FBF5F}" type="presParOf" srcId="{48CE7007-9164-4FA6-B00C-FC2B9E322C8A}" destId="{81F7A5A7-5B66-4334-A95F-ACAA9FD30003}" srcOrd="0" destOrd="0" presId="urn:microsoft.com/office/officeart/2024/layout/NumberedTitleCardList#1"/>
    <dgm:cxn modelId="{5101FD62-0E7C-4408-99AB-E37BE2B0A1DE}" type="presParOf" srcId="{48CE7007-9164-4FA6-B00C-FC2B9E322C8A}" destId="{FBBBE1C3-48C8-4360-8CFC-1A61347D1637}" srcOrd="1" destOrd="0" presId="urn:microsoft.com/office/officeart/2024/layout/NumberedTitleCardList#1"/>
    <dgm:cxn modelId="{301C4BF0-29E9-4387-B4EB-1015022F8EAE}" type="presParOf" srcId="{48CE7007-9164-4FA6-B00C-FC2B9E322C8A}" destId="{26BD3896-61CC-4F8A-9AB0-8E7683E74946}" srcOrd="2" destOrd="0" presId="urn:microsoft.com/office/officeart/2024/layout/NumberedTitleCardList#1"/>
    <dgm:cxn modelId="{A289DA63-20EF-4F97-9B82-0B8FDE1764D7}" type="presParOf" srcId="{3763F17C-6C56-4391-9EF5-A7AC351D7533}" destId="{3A4F1D49-0F0D-443E-B889-F964B919B172}" srcOrd="5" destOrd="0" presId="urn:microsoft.com/office/officeart/2024/layout/NumberedTitleCardList#1"/>
    <dgm:cxn modelId="{9F27FFDB-D1A3-480E-B231-C6796A0D4394}" type="presParOf" srcId="{3763F17C-6C56-4391-9EF5-A7AC351D7533}" destId="{836CFBF8-0CA0-4E21-9760-B55CD443EABD}" srcOrd="6" destOrd="0" presId="urn:microsoft.com/office/officeart/2024/layout/NumberedTitleCardList#1"/>
    <dgm:cxn modelId="{67783D0C-C609-4FB1-84C9-2956660909F1}" type="presParOf" srcId="{836CFBF8-0CA0-4E21-9760-B55CD443EABD}" destId="{6714EB89-C27E-4B81-9C02-2217F6D48F1B}" srcOrd="0" destOrd="0" presId="urn:microsoft.com/office/officeart/2024/layout/NumberedTitleCardList#1"/>
    <dgm:cxn modelId="{B9CDCAAB-A229-4E0E-9CA9-535FB833D382}" type="presParOf" srcId="{836CFBF8-0CA0-4E21-9760-B55CD443EABD}" destId="{440F1171-01B2-4C01-892F-E02A105FE1DF}" srcOrd="1" destOrd="0" presId="urn:microsoft.com/office/officeart/2024/layout/NumberedTitleCardList#1"/>
    <dgm:cxn modelId="{333C5BE5-83D4-489E-BA1A-629AD513FC79}" type="presParOf" srcId="{836CFBF8-0CA0-4E21-9760-B55CD443EABD}" destId="{A4F88B10-E1DB-4B36-BB44-CB9AB22A6478}" srcOrd="2" destOrd="0" presId="urn:microsoft.com/office/officeart/2024/layout/NumberedTitleCardList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DF108D-9967-4615-96E9-19C4470B2F7A}">
      <dsp:nvSpPr>
        <dsp:cNvPr id="0" name=""/>
        <dsp:cNvSpPr/>
      </dsp:nvSpPr>
      <dsp:spPr>
        <a:xfrm>
          <a:off x="118" y="272385"/>
          <a:ext cx="1429293" cy="17151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22" tIns="0" rIns="25211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200" kern="1200" dirty="0">
              <a:latin typeface="Aptos" panose="020B0004020202020204" pitchFamily="34" charset="0"/>
            </a:rPr>
            <a:t>LGS-Nivel(</a:t>
          </a:r>
          <a:r>
            <a:rPr lang="es-CO" sz="1200" kern="1200" dirty="0" err="1">
              <a:latin typeface="Aptos" panose="020B0004020202020204" pitchFamily="34" charset="0"/>
            </a:rPr>
            <a:t>nombreNivel</a:t>
          </a:r>
          <a:r>
            <a:rPr lang="es-CO" sz="1200" kern="1200" dirty="0">
              <a:latin typeface="Aptos" panose="020B0004020202020204" pitchFamily="34" charset="0"/>
            </a:rPr>
            <a:t>)</a:t>
          </a:r>
          <a:br>
            <a:rPr lang="es-CO" sz="1200" kern="1200" dirty="0">
              <a:latin typeface="Aptos" panose="020B0004020202020204" pitchFamily="34" charset="0"/>
            </a:rPr>
          </a:br>
          <a:r>
            <a:rPr lang="es-CO" sz="1200" kern="1200" dirty="0">
              <a:latin typeface="Aptos" panose="020B0004020202020204" pitchFamily="34" charset="0"/>
            </a:rPr>
            <a:t>MOSAICO-Curso(curso)</a:t>
          </a:r>
        </a:p>
      </dsp:txBody>
      <dsp:txXfrm>
        <a:off x="118" y="958446"/>
        <a:ext cx="1429293" cy="1029091"/>
      </dsp:txXfrm>
    </dsp:sp>
    <dsp:sp modelId="{044B6F51-C43A-4E9A-9ABA-AEBF2FB52DB0}">
      <dsp:nvSpPr>
        <dsp:cNvPr id="0" name=""/>
        <dsp:cNvSpPr/>
      </dsp:nvSpPr>
      <dsp:spPr>
        <a:xfrm>
          <a:off x="118" y="272385"/>
          <a:ext cx="1429293" cy="68606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22" tIns="165100" rIns="25211" bIns="1651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>
              <a:latin typeface="Aptos" panose="020B0004020202020204" pitchFamily="34" charset="0"/>
            </a:rPr>
            <a:t>01</a:t>
          </a:r>
          <a:endParaRPr sz="2500" kern="1200" dirty="0">
            <a:latin typeface="Aptos" panose="020B0004020202020204" pitchFamily="34" charset="0"/>
          </a:endParaRPr>
        </a:p>
      </dsp:txBody>
      <dsp:txXfrm>
        <a:off x="118" y="272385"/>
        <a:ext cx="1429293" cy="686060"/>
      </dsp:txXfrm>
    </dsp:sp>
    <dsp:sp modelId="{502115CB-0C6D-49D8-B30E-95CF9E985E43}">
      <dsp:nvSpPr>
        <dsp:cNvPr id="0" name=""/>
        <dsp:cNvSpPr/>
      </dsp:nvSpPr>
      <dsp:spPr>
        <a:xfrm>
          <a:off x="1543755" y="272385"/>
          <a:ext cx="1429293" cy="17151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3266964"/>
              <a:satOff val="-13592"/>
              <a:lumOff val="32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22" tIns="0" rIns="25211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200" kern="1200" dirty="0">
              <a:latin typeface="Aptos" panose="020B0004020202020204" pitchFamily="34" charset="0"/>
            </a:rPr>
            <a:t>LGS-Subnivel(</a:t>
          </a:r>
          <a:r>
            <a:rPr lang="es-CO" sz="1200" kern="1200" dirty="0" err="1">
              <a:latin typeface="Aptos" panose="020B0004020202020204" pitchFamily="34" charset="0"/>
            </a:rPr>
            <a:t>code</a:t>
          </a:r>
          <a:r>
            <a:rPr lang="es-CO" sz="1200" kern="1200" dirty="0">
              <a:latin typeface="Aptos" panose="020B0004020202020204" pitchFamily="34" charset="0"/>
            </a:rPr>
            <a:t>)</a:t>
          </a:r>
          <a:br>
            <a:rPr lang="es-CO" sz="1200" kern="1200" dirty="0">
              <a:latin typeface="Aptos" panose="020B0004020202020204" pitchFamily="34" charset="0"/>
            </a:rPr>
          </a:br>
          <a:r>
            <a:rPr lang="es-CO" sz="1200" kern="1200" dirty="0">
              <a:latin typeface="Aptos" panose="020B0004020202020204" pitchFamily="34" charset="0"/>
            </a:rPr>
            <a:t>MOSAICO-</a:t>
          </a:r>
          <a:r>
            <a:rPr lang="es-CO" sz="1200" kern="1200" dirty="0" err="1">
              <a:latin typeface="Aptos" panose="020B0004020202020204" pitchFamily="34" charset="0"/>
            </a:rPr>
            <a:t>Salon</a:t>
          </a:r>
          <a:r>
            <a:rPr lang="es-CO" sz="1200" kern="1200" dirty="0">
              <a:latin typeface="Aptos" panose="020B0004020202020204" pitchFamily="34" charset="0"/>
            </a:rPr>
            <a:t>(salón)</a:t>
          </a:r>
        </a:p>
      </dsp:txBody>
      <dsp:txXfrm>
        <a:off x="1543755" y="958446"/>
        <a:ext cx="1429293" cy="1029091"/>
      </dsp:txXfrm>
    </dsp:sp>
    <dsp:sp modelId="{3CDA4A3E-8406-4BCC-9C3B-D3545DFE0A9D}">
      <dsp:nvSpPr>
        <dsp:cNvPr id="0" name=""/>
        <dsp:cNvSpPr/>
      </dsp:nvSpPr>
      <dsp:spPr>
        <a:xfrm>
          <a:off x="1543755" y="272385"/>
          <a:ext cx="1429293" cy="68606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22" tIns="165100" rIns="25211" bIns="1651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>
              <a:latin typeface="Aptos" panose="020B0004020202020204" pitchFamily="34" charset="0"/>
            </a:rPr>
            <a:t>02</a:t>
          </a:r>
        </a:p>
      </dsp:txBody>
      <dsp:txXfrm>
        <a:off x="1543755" y="272385"/>
        <a:ext cx="1429293" cy="686060"/>
      </dsp:txXfrm>
    </dsp:sp>
    <dsp:sp modelId="{81F7A5A7-5B66-4334-A95F-ACAA9FD30003}">
      <dsp:nvSpPr>
        <dsp:cNvPr id="0" name=""/>
        <dsp:cNvSpPr/>
      </dsp:nvSpPr>
      <dsp:spPr>
        <a:xfrm>
          <a:off x="3087391" y="272385"/>
          <a:ext cx="1429293" cy="17151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6533927"/>
              <a:satOff val="-27185"/>
              <a:lumOff val="64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22" tIns="0" rIns="25211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200" kern="1200" dirty="0">
              <a:latin typeface="Aptos" panose="020B0004020202020204" pitchFamily="34" charset="0"/>
            </a:rPr>
            <a:t>LGS-Step(step)</a:t>
          </a:r>
          <a:br>
            <a:rPr lang="es-CO" sz="1200" kern="1200" dirty="0">
              <a:latin typeface="Aptos" panose="020B0004020202020204" pitchFamily="34" charset="0"/>
            </a:rPr>
          </a:br>
          <a:r>
            <a:rPr lang="es-CO" sz="1200" kern="1200" dirty="0">
              <a:latin typeface="Aptos" panose="020B0004020202020204" pitchFamily="34" charset="0"/>
            </a:rPr>
            <a:t>MOSAICO-Modulo(modulo)</a:t>
          </a:r>
        </a:p>
      </dsp:txBody>
      <dsp:txXfrm>
        <a:off x="3087391" y="958446"/>
        <a:ext cx="1429293" cy="1029091"/>
      </dsp:txXfrm>
    </dsp:sp>
    <dsp:sp modelId="{FBBBE1C3-48C8-4360-8CFC-1A61347D1637}">
      <dsp:nvSpPr>
        <dsp:cNvPr id="0" name=""/>
        <dsp:cNvSpPr/>
      </dsp:nvSpPr>
      <dsp:spPr>
        <a:xfrm>
          <a:off x="3087391" y="272385"/>
          <a:ext cx="1429293" cy="68606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22" tIns="165100" rIns="25211" bIns="1651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>
              <a:latin typeface="Aptos" panose="020B0004020202020204" pitchFamily="34" charset="0"/>
            </a:rPr>
            <a:t>03</a:t>
          </a:r>
        </a:p>
      </dsp:txBody>
      <dsp:txXfrm>
        <a:off x="3087391" y="272385"/>
        <a:ext cx="1429293" cy="686060"/>
      </dsp:txXfrm>
    </dsp:sp>
    <dsp:sp modelId="{6714EB89-C27E-4B81-9C02-2217F6D48F1B}">
      <dsp:nvSpPr>
        <dsp:cNvPr id="0" name=""/>
        <dsp:cNvSpPr/>
      </dsp:nvSpPr>
      <dsp:spPr>
        <a:xfrm>
          <a:off x="4631028" y="272385"/>
          <a:ext cx="1429293" cy="17151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22" tIns="0" rIns="25211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s-CO" sz="1200" kern="1200" dirty="0">
              <a:latin typeface="Aptos" panose="020B0004020202020204" pitchFamily="34" charset="0"/>
            </a:rPr>
          </a:br>
          <a:r>
            <a:rPr lang="es-CO" sz="1200" kern="1200" dirty="0">
              <a:latin typeface="Aptos" panose="020B0004020202020204" pitchFamily="34" charset="0"/>
            </a:rPr>
            <a:t>MOSAICO-</a:t>
          </a:r>
          <a:r>
            <a:rPr lang="es-CO" sz="1200" kern="1200" dirty="0" err="1">
              <a:latin typeface="Aptos" panose="020B0004020202020204" pitchFamily="34" charset="0"/>
            </a:rPr>
            <a:t>Leccion</a:t>
          </a:r>
          <a:r>
            <a:rPr lang="es-CO" sz="1200" kern="1200" dirty="0">
              <a:latin typeface="Aptos" panose="020B0004020202020204" pitchFamily="34" charset="0"/>
            </a:rPr>
            <a:t>(lección)</a:t>
          </a:r>
        </a:p>
      </dsp:txBody>
      <dsp:txXfrm>
        <a:off x="4631028" y="958446"/>
        <a:ext cx="1429293" cy="1029091"/>
      </dsp:txXfrm>
    </dsp:sp>
    <dsp:sp modelId="{440F1171-01B2-4C01-892F-E02A105FE1DF}">
      <dsp:nvSpPr>
        <dsp:cNvPr id="0" name=""/>
        <dsp:cNvSpPr/>
      </dsp:nvSpPr>
      <dsp:spPr>
        <a:xfrm>
          <a:off x="4631028" y="272385"/>
          <a:ext cx="1429293" cy="686060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422" tIns="165100" rIns="25211" bIns="1651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500" kern="1200"/>
            <a:t>04</a:t>
          </a:r>
        </a:p>
      </dsp:txBody>
      <dsp:txXfrm>
        <a:off x="4631028" y="272385"/>
        <a:ext cx="1429293" cy="6860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NumberedTitleCardList#1">
  <dgm:title val=""/>
  <dgm:desc val=""/>
  <dgm:catLst>
    <dgm:cat type="list" pri="81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41E6B6CD-03CB-4CD9-A5B2-54E3992BF723}">
          <dgm:prSet phldrT="01"/>
          <dgm:t>
            <a:bodyPr/>
            <a:lstStyle/>
            <a:p>
              <a:r>
                <a:t>01</a:t>
              </a:r>
            </a:p>
          </dgm:t>
        </dgm:pt>
        <dgm:pt modelId="201" type="sibTrans" cxnId="{2CE5D6CA-46F1-4C9F-B780-C4F4A1674DA4}">
          <dgm:prSet phldrT="02"/>
          <dgm:t>
            <a:bodyPr/>
            <a:lstStyle/>
            <a:p>
              <a:r>
                <a:t>02</a:t>
              </a:r>
            </a:p>
          </dgm:t>
        </dgm:pt>
        <dgm:pt modelId="301" type="sibTrans" cxnId="{ADFD4171-1B72-40C3-8665-D772E96A08EB}">
          <dgm:prSet phldrT="0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fgAcc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bgShp">
            <dgm:varLst>
              <dgm:chMax val="0"/>
              <dgm:bulletEnabled/>
            </dgm:varLst>
            <dgm:presOf axis="self" ptType="sibTrans"/>
            <dgm:choose name="numAlignDir">
              <dgm:if name="numAlignNorm" func="var" arg="dir" op="equ" val="norm">
                <dgm:alg type="tx">
                  <dgm:param type="parTxLTRAlign" val="l"/>
                  <dgm:param type="parTxRTLAlign" val="l"/>
                </dgm:alg>
              </dgm:if>
              <dgm:else name="numAlignRev">
                <dgm:alg type="tx">
                  <dgm:param type="parTxLTRAlign" val="r"/>
                  <dgm:param type="parTxRTLAlign" val="r"/>
                </dgm:alg>
              </dgm:else>
            </dgm:choose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1"/>
              <dgm:constr type="rMarg" refType="w" fact="0.05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parChTrans1D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1"/>
            <dgm:constr type="rMarg" refType="w" fact="0.05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1T19:23:29.8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40C325-3CB8-4E2C-1875-78BBF5EFB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46E945-AF2E-85C8-9F70-1D66FABB2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32BE93-1E69-2B85-56A1-618362B21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C8E1F-A726-4A38-9EF9-1E9D01673F6C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F786A8-211C-F395-D9F1-20BA0348D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9744C5-4163-33F8-8FB4-569C5A86D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9CA9E-7562-4A81-9C1B-B753CDBEA16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4855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A6C167-E595-9411-D49E-B79A06D71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1A35EA-8C5E-FEDD-D043-E18D635E3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E4E355-51BA-004C-25BD-9A953729E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C8E1F-A726-4A38-9EF9-1E9D01673F6C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0C671D-AFBE-0E1F-ECCB-15734815C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F1D0AA-6D7F-6FD9-96DF-830D4214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9CA9E-7562-4A81-9C1B-B753CDBEA16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0782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AB9A60-692E-8DBB-9C96-E7CD3BF68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8A8003-078A-C2B2-E735-BE94306E7E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6BF6E0-6627-CB1A-D125-7D3CE7A25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C8E1F-A726-4A38-9EF9-1E9D01673F6C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4E4F7E-9A9E-FB25-AC47-4C135FED3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61260D-2DFF-AC57-F8B4-13226905F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9CA9E-7562-4A81-9C1B-B753CDBEA16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30574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3F9DEC-8B59-D25E-D52C-BBF6DE2C3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B7F742-AEAE-3504-537E-31F3658B11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324E14-B794-A05C-E07D-6B89E9031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2FA08A8-F75A-7F39-1E8F-A7ED2AC17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C8E1F-A726-4A38-9EF9-1E9D01673F6C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2AD4D20-A459-9586-A5CA-A6AF50B57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65BD3BF-B2FB-6362-5958-CC628D361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9CA9E-7562-4A81-9C1B-B753CDBEA16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86703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880BC3-530F-8F93-796D-8C44A691D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B2BF79-858F-DDD1-0253-8D1FE5406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BF747D-AE5C-69CD-FCEC-8088F7C2D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AF0EA53-F358-695D-DC42-8E59443472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EAA4105-6A42-67DD-CEED-DCD50F4E70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0C5B634-7888-26CA-8CF1-526BFA3A4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C8E1F-A726-4A38-9EF9-1E9D01673F6C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427F266-BC20-4928-74FA-B782DFD80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DEE7023-0975-36B5-F087-1AA00BA16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9CA9E-7562-4A81-9C1B-B753CDBEA16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70582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AD608F-EDC8-C031-14A1-3A609903A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D8FA10E-497C-8D49-4FB5-0E7150DDE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C8E1F-A726-4A38-9EF9-1E9D01673F6C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4847CE2-A058-6875-37F2-6E89E329E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07194C3-2FFA-0008-C540-284AD68D9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9CA9E-7562-4A81-9C1B-B753CDBEA16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61127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6ED3BD3-229A-0763-4675-621796AE3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C8E1F-A726-4A38-9EF9-1E9D01673F6C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342049C-F17F-1630-AA5F-7B4116558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21950AE-7E42-4FB9-95A4-C2D72C481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9CA9E-7562-4A81-9C1B-B753CDBEA16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37816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F2D0B0-CBD0-2858-4B4A-D0CF294C2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2BCA45-58A5-4059-D544-2FEA8B2C2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4C221DC-829E-64A0-BF90-42705BFD2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D747F64-3BE1-4C9A-330B-BE7EF3E5D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C8E1F-A726-4A38-9EF9-1E9D01673F6C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2D382E-8A42-118E-8344-368A873EE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D0F854-4E15-CC63-F2C7-B1B269937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9CA9E-7562-4A81-9C1B-B753CDBEA16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55654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266568-39A7-133A-AAD8-63477C874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5FB7DF7-8516-0015-6DD4-688582CC73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6B2049-4646-0C0C-EA86-0A76FD97E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63D526E-6FFE-942E-0736-70C962DAD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C8E1F-A726-4A38-9EF9-1E9D01673F6C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56A7935-E7D5-B6AA-A4B3-36C339ACD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14B8674-BC51-B892-6F7F-E51EE84FA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9CA9E-7562-4A81-9C1B-B753CDBEA16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6299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D8914-559C-3E60-95A3-5C25DD85E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035DB4-F77D-24AC-EA35-F695C0B0E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A61744-32D7-B17B-B5ED-1F9565FF4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C8E1F-A726-4A38-9EF9-1E9D01673F6C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DF71D7-BD4F-8753-0213-13938B9F5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E80346-328A-DEDF-6694-D3ECF0200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9CA9E-7562-4A81-9C1B-B753CDBEA16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03657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033F5D1-1771-30BC-3EA4-BA2BF0F0EB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A0745B6-43A9-E629-742B-0F0E7D90FD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66A4CD-E836-9CED-9873-BC136547E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C8E1F-A726-4A38-9EF9-1E9D01673F6C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E47EA8-CF50-0F15-3F14-399C45B0C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2A26B7-D09A-19A1-4E24-E5BA38316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9CA9E-7562-4A81-9C1B-B753CDBEA16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4124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6B3DED2-2749-3BF6-603C-475ABE941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CF2A38A-7B92-D149-B9E4-46BBFE4FD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C73646-CE39-D1D6-FBF9-3588A3C32B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DC8E1F-A726-4A38-9EF9-1E9D01673F6C}" type="datetimeFigureOut">
              <a:rPr lang="es-CO" smtClean="0"/>
              <a:t>11/06/2026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9417B2-0FD9-62E9-C835-CF22DF2C3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E819E8-485C-472D-74FD-81E2043DC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29CA9E-7562-4A81-9C1B-B753CDBEA16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4945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Layout" Target="../diagrams/layout1.xml"/><Relationship Id="rId7" Type="http://schemas.openxmlformats.org/officeDocument/2006/relationships/customXml" Target="../ink/ink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762714D7-44D4-D7E1-CB7C-EDF51DBA21D2}"/>
              </a:ext>
            </a:extLst>
          </p:cNvPr>
          <p:cNvSpPr/>
          <p:nvPr/>
        </p:nvSpPr>
        <p:spPr>
          <a:xfrm>
            <a:off x="362919" y="335202"/>
            <a:ext cx="2066544" cy="5486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NIVELES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F21BFE4-4F65-0EB8-DA60-4030E89D76D6}"/>
              </a:ext>
            </a:extLst>
          </p:cNvPr>
          <p:cNvSpPr txBox="1"/>
          <p:nvPr/>
        </p:nvSpPr>
        <p:spPr>
          <a:xfrm>
            <a:off x="2530136" y="335202"/>
            <a:ext cx="9298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Aptos" panose="020B0004020202020204" pitchFamily="34" charset="0"/>
              </a:rPr>
              <a:t>_id| </a:t>
            </a:r>
            <a:r>
              <a:rPr lang="es-CO" sz="1200" dirty="0" err="1">
                <a:latin typeface="Aptos" panose="020B0004020202020204" pitchFamily="34" charset="0"/>
              </a:rPr>
              <a:t>code</a:t>
            </a:r>
            <a:r>
              <a:rPr lang="es-CO" sz="1200" dirty="0">
                <a:latin typeface="Aptos" panose="020B0004020202020204" pitchFamily="34" charset="0"/>
              </a:rPr>
              <a:t>| step| </a:t>
            </a:r>
            <a:r>
              <a:rPr lang="es-CO" sz="1200" dirty="0" err="1">
                <a:latin typeface="Aptos" panose="020B0004020202020204" pitchFamily="34" charset="0"/>
              </a:rPr>
              <a:t>esParalelo</a:t>
            </a:r>
            <a:r>
              <a:rPr lang="es-CO" sz="1200" dirty="0">
                <a:latin typeface="Aptos" panose="020B0004020202020204" pitchFamily="34" charset="0"/>
              </a:rPr>
              <a:t>| descripción| materia| clubs| </a:t>
            </a:r>
            <a:r>
              <a:rPr lang="es-CO" sz="1200" dirty="0" err="1">
                <a:latin typeface="Aptos" panose="020B0004020202020204" pitchFamily="34" charset="0"/>
              </a:rPr>
              <a:t>steps</a:t>
            </a:r>
            <a:r>
              <a:rPr lang="es-CO" sz="1200" dirty="0">
                <a:latin typeface="Aptos" panose="020B0004020202020204" pitchFamily="34" charset="0"/>
              </a:rPr>
              <a:t>| materiales| orden|-</a:t>
            </a:r>
            <a:r>
              <a:rPr lang="es-CO" sz="1200" dirty="0" err="1">
                <a:latin typeface="Aptos" panose="020B0004020202020204" pitchFamily="34" charset="0"/>
              </a:rPr>
              <a:t>createdDate</a:t>
            </a:r>
            <a:r>
              <a:rPr lang="es-CO" sz="1200" dirty="0">
                <a:latin typeface="Aptos" panose="020B0004020202020204" pitchFamily="34" charset="0"/>
              </a:rPr>
              <a:t>|_</a:t>
            </a:r>
            <a:r>
              <a:rPr lang="es-CO" sz="1200" dirty="0" err="1">
                <a:latin typeface="Aptos" panose="020B0004020202020204" pitchFamily="34" charset="0"/>
              </a:rPr>
              <a:t>updateDate</a:t>
            </a:r>
            <a:r>
              <a:rPr lang="es-CO" sz="1200" dirty="0">
                <a:latin typeface="Aptos" panose="020B0004020202020204" pitchFamily="34" charset="0"/>
              </a:rPr>
              <a:t>|_</a:t>
            </a:r>
            <a:r>
              <a:rPr lang="es-CO" sz="1200" dirty="0" err="1">
                <a:latin typeface="Aptos" panose="020B0004020202020204" pitchFamily="34" charset="0"/>
              </a:rPr>
              <a:t>owner</a:t>
            </a:r>
            <a:r>
              <a:rPr lang="es-CO" sz="1200" dirty="0">
                <a:latin typeface="Aptos" panose="020B0004020202020204" pitchFamily="34" charset="0"/>
              </a:rPr>
              <a:t>| </a:t>
            </a:r>
            <a:r>
              <a:rPr lang="es-CO" sz="1200" dirty="0" err="1">
                <a:latin typeface="Aptos" panose="020B0004020202020204" pitchFamily="34" charset="0"/>
              </a:rPr>
              <a:t>orige°nombreNivel</a:t>
            </a:r>
            <a:r>
              <a:rPr lang="es-CO" sz="1200" dirty="0">
                <a:latin typeface="Aptos" panose="020B0004020202020204" pitchFamily="34" charset="0"/>
              </a:rPr>
              <a:t>| contenido| </a:t>
            </a:r>
            <a:r>
              <a:rPr lang="es-CO" sz="1200" dirty="0" err="1">
                <a:latin typeface="Aptos" panose="020B0004020202020204" pitchFamily="34" charset="0"/>
              </a:rPr>
              <a:t>materialUsuario</a:t>
            </a:r>
            <a:r>
              <a:rPr lang="es-CO" sz="1200" dirty="0">
                <a:latin typeface="Aptos" panose="020B0004020202020204" pitchFamily="34" charset="0"/>
              </a:rPr>
              <a:t>| video| </a:t>
            </a:r>
            <a:r>
              <a:rPr lang="es-CO" sz="1200" dirty="0" err="1">
                <a:latin typeface="Aptos" panose="020B0004020202020204" pitchFamily="34" charset="0"/>
              </a:rPr>
              <a:t>videourl</a:t>
            </a:r>
            <a:r>
              <a:rPr lang="es-CO" sz="1200" dirty="0">
                <a:latin typeface="Aptos" panose="020B0004020202020204" pitchFamily="34" charset="0"/>
              </a:rPr>
              <a:t>| </a:t>
            </a:r>
            <a:r>
              <a:rPr lang="es-CO" sz="1200" dirty="0" err="1">
                <a:latin typeface="Aptos" panose="020B0004020202020204" pitchFamily="34" charset="0"/>
              </a:rPr>
              <a:t>libroInderactivoCode</a:t>
            </a:r>
            <a:r>
              <a:rPr lang="es-CO" sz="1200" dirty="0">
                <a:latin typeface="Aptos" panose="020B0004020202020204" pitchFamily="34" charset="0"/>
              </a:rPr>
              <a:t>| </a:t>
            </a:r>
            <a:r>
              <a:rPr lang="es-CO" sz="1200" dirty="0" err="1">
                <a:latin typeface="Aptos" panose="020B0004020202020204" pitchFamily="34" charset="0"/>
              </a:rPr>
              <a:t>libroPaginaInicio</a:t>
            </a:r>
            <a:r>
              <a:rPr lang="es-CO" sz="1200" dirty="0">
                <a:latin typeface="Aptos" panose="020B0004020202020204" pitchFamily="34" charset="0"/>
              </a:rPr>
              <a:t>| </a:t>
            </a:r>
            <a:r>
              <a:rPr lang="es-CO" sz="1200" dirty="0" err="1">
                <a:latin typeface="Aptos" panose="020B0004020202020204" pitchFamily="34" charset="0"/>
              </a:rPr>
              <a:t>libroPaginaFin</a:t>
            </a:r>
            <a:endParaRPr lang="es-CO" sz="1200" dirty="0">
              <a:latin typeface="Aptos" panose="020B0004020202020204" pitchFamily="34" charset="0"/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59CBD9C1-4CEE-EC9C-4BDB-7BFE379DC3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3478764"/>
              </p:ext>
            </p:extLst>
          </p:nvPr>
        </p:nvGraphicFramePr>
        <p:xfrm>
          <a:off x="2664357" y="609522"/>
          <a:ext cx="6060440" cy="22599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6194734C-5EDB-2A45-802C-0854F743D6B6}"/>
              </a:ext>
            </a:extLst>
          </p:cNvPr>
          <p:cNvSpPr txBox="1"/>
          <p:nvPr/>
        </p:nvSpPr>
        <p:spPr>
          <a:xfrm>
            <a:off x="720156" y="2778005"/>
            <a:ext cx="9813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/>
              <a:t>Proceso Matricula actual, genera el contrato crea Titular/ Beneficiarios, y en el momento de aprobar crea el usuario en ACADEMICA con nivel WELCOME, cuando asiste lo deja en BN1, y de hay sigue el curso del programa.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07FCF9E-2844-595E-4219-B3A771E1A443}"/>
              </a:ext>
            </a:extLst>
          </p:cNvPr>
          <p:cNvSpPr txBox="1"/>
          <p:nvPr/>
        </p:nvSpPr>
        <p:spPr>
          <a:xfrm>
            <a:off x="537276" y="3239670"/>
            <a:ext cx="98137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/>
              <a:t>Proceso Matricula MOSAICO, genera el contrato crea Titular/ Beneficiarios, selecciona el Curso y Horario, y en el momento de aprobar crea el usuario en ACADEMICA con Curso, Salón, Modulo, Lección. Cuando asiste a sus sesiones al marcar asistencia lo adelanta a la lección siguiente y marca como completada, si no asiste le marca inasistencia, no completada, y le permite asistir a siguiente sesión., Activa Complementaria.</a:t>
            </a:r>
            <a:br>
              <a:rPr lang="es-CO" sz="1600" dirty="0"/>
            </a:br>
            <a:r>
              <a:rPr lang="es-CO" sz="1600" dirty="0"/>
              <a:t>Al Completar el modulo activa la Evaluación, si los requisitos no se cumplen el profesor tomaría acción.</a:t>
            </a:r>
            <a:br>
              <a:rPr lang="es-CO" sz="1600" dirty="0"/>
            </a:br>
            <a:r>
              <a:rPr lang="es-CO" sz="1600" dirty="0"/>
              <a:t>Se requiere panel para el profesor con asistencia del evento y avance, de lecciones y cumplimientos de tareas.</a:t>
            </a:r>
          </a:p>
          <a:p>
            <a:br>
              <a:rPr lang="es-CO" sz="1600" dirty="0"/>
            </a:br>
            <a:br>
              <a:rPr lang="es-CO" sz="1600" dirty="0"/>
            </a:br>
            <a:endParaRPr lang="es-CO" sz="1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7" name="Entrada de lápiz 16">
                <a:extLst>
                  <a:ext uri="{FF2B5EF4-FFF2-40B4-BE49-F238E27FC236}">
                    <a16:creationId xmlns:a16="http://schemas.microsoft.com/office/drawing/2014/main" id="{6D28C844-1DFD-83FB-7F0C-164779478CC3}"/>
                  </a:ext>
                </a:extLst>
              </p14:cNvPr>
              <p14:cNvContentPartPr/>
              <p14:nvPr/>
            </p14:nvContentPartPr>
            <p14:xfrm>
              <a:off x="7729907" y="5503400"/>
              <a:ext cx="360" cy="360"/>
            </p14:xfrm>
          </p:contentPart>
        </mc:Choice>
        <mc:Fallback>
          <p:pic>
            <p:nvPicPr>
              <p:cNvPr id="17" name="Entrada de lápiz 16">
                <a:extLst>
                  <a:ext uri="{FF2B5EF4-FFF2-40B4-BE49-F238E27FC236}">
                    <a16:creationId xmlns:a16="http://schemas.microsoft.com/office/drawing/2014/main" id="{6D28C844-1DFD-83FB-7F0C-164779478CC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23787" y="549728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47357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950A874-1854-6F9B-988C-52602B9F1167}"/>
              </a:ext>
            </a:extLst>
          </p:cNvPr>
          <p:cNvSpPr txBox="1"/>
          <p:nvPr/>
        </p:nvSpPr>
        <p:spPr>
          <a:xfrm>
            <a:off x="537276" y="581136"/>
            <a:ext cx="981373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/>
              <a:t>Académico. Gestión de información, y cursos, requiere ajustes.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 err="1"/>
              <a:t>Advisor</a:t>
            </a:r>
            <a:r>
              <a:rPr lang="es-CO" sz="1600" dirty="0"/>
              <a:t>. Sirve la base pero necesita replantear las visuales.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/>
              <a:t>Pannel de estudiante, conexión a clases, acceso material, gestión avance y talleres, requiere ajustes.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 err="1"/>
              <a:t>Admin</a:t>
            </a:r>
            <a:r>
              <a:rPr lang="es-CO" sz="1600" dirty="0"/>
              <a:t> (</a:t>
            </a:r>
            <a:r>
              <a:rPr lang="es-CO" sz="1600" dirty="0" err="1"/>
              <a:t>AdminAsistente</a:t>
            </a:r>
            <a:r>
              <a:rPr lang="es-CO" sz="1600" dirty="0"/>
              <a:t>) crea los cursos, para que en el crear-contrato se puedan ver, gestiona cursos y alumnos.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/>
              <a:t>Aprobación, verifica contrato y aprueba, cuando aprueba matricula al estudiante, ajustes.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/>
              <a:t>Recaudos. Misma gestión.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/>
              <a:t>Servicio al cliente, misma gestión, requiere ajustes.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600" dirty="0"/>
              <a:t>Comercial, requiere ajustes, conexión con CRM.</a:t>
            </a:r>
            <a:br>
              <a:rPr lang="es-CO" sz="1600" dirty="0"/>
            </a:br>
            <a:br>
              <a:rPr lang="es-CO" sz="1600" dirty="0"/>
            </a:b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6512441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</TotalTime>
  <Words>350</Words>
  <Application>Microsoft Office PowerPoint</Application>
  <PresentationFormat>Panorámica</PresentationFormat>
  <Paragraphs>21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Angel Martinez Duran</dc:creator>
  <cp:lastModifiedBy>Miguel Angel Martinez Duran</cp:lastModifiedBy>
  <cp:revision>4</cp:revision>
  <dcterms:created xsi:type="dcterms:W3CDTF">2026-06-10T15:20:19Z</dcterms:created>
  <dcterms:modified xsi:type="dcterms:W3CDTF">2026-06-11T21:52:13Z</dcterms:modified>
</cp:coreProperties>
</file>